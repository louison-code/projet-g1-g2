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Outfit ExtraBold"/>
      <p:bold r:id="rId13"/>
    </p:embeddedFont>
    <p:embeddedFont>
      <p:font typeface="Plus Jakarta Sa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font" Target="fonts/OutfitExtraBold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bd7241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bd7241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1bd72415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1bd72415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1bd72415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1bd7241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bd72415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1bd72415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bd72415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bd72415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bd72415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bd72415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bd72415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1bd72415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486700" y="1524800"/>
            <a:ext cx="41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510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Projet 25-27-25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3150300" y="1034775"/>
            <a:ext cx="2843400" cy="246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4748B"/>
                </a:solidFill>
              </a:rPr>
              <a:t>Projet G1-G2 : Session 2025</a:t>
            </a:r>
            <a:endParaRPr sz="1600"/>
          </a:p>
        </p:txBody>
      </p:sp>
      <p:sp>
        <p:nvSpPr>
          <p:cNvPr id="56" name="Google Shape;56;p13"/>
          <p:cNvSpPr txBox="1"/>
          <p:nvPr/>
        </p:nvSpPr>
        <p:spPr>
          <a:xfrm>
            <a:off x="888050" y="3095525"/>
            <a:ext cx="7620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Développement d’un outil d’automatisation  pour l’analyse des filières industrielles : Enrichissement et automatisation de la collecte des données </a:t>
            </a:r>
            <a:endParaRPr sz="9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50" y="4140525"/>
            <a:ext cx="1365753" cy="75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-2049 | Réindustrialisation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00" y="4140525"/>
            <a:ext cx="751000" cy="7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Client : F-2049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729450" y="1953250"/>
            <a:ext cx="7873800" cy="27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Cabinet de conseil dédié à la réindustrialisation, aux relocalisations, à la reconstitution de filières affaiblies</a:t>
            </a:r>
            <a:endParaRPr b="1" sz="14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Leur méthodologie : </a:t>
            </a:r>
            <a:r>
              <a:rPr b="1"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éindustrialisation =</a:t>
            </a:r>
            <a:r>
              <a:rPr lang="fr" sz="1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Smart </a:t>
            </a:r>
            <a:r>
              <a:rPr b="1" lang="fr" sz="1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fr" sz="1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tratégie </a:t>
            </a:r>
            <a:r>
              <a:rPr b="1"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ollaboration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Intégration d’une vaste gamme de données provenant de sources diverses pour une vision exhaustive des filières industrielles :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Char char="●"/>
            </a:pPr>
            <a:r>
              <a:rPr lang="fr" sz="1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Bases de Données d'Entreprises</a:t>
            </a:r>
            <a:endParaRPr sz="1400">
              <a:solidFill>
                <a:srgbClr val="FF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Bases de Données Douanières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Dépôts de Brevets et Labels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Participation aux Salons et Pôles de Compétitivité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400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-2049 | Réindustrialisation"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75" y="567975"/>
            <a:ext cx="12858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Objectifs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729450" y="2078875"/>
            <a:ext cx="495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Développer un outil multi-approches d'extraction automatisée (web scraping, API, IA générative)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Créer un système robuste de traitement et normalisation des données connectées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Concevoir une architecture évolutive permettant l'ajout de nouvelles sources de données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Intégrer automatiquement les données dans l'écosystème Power BI existant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f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Implémenter un système de planification avec cycles de mise à jour semestrielles</a:t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800" y="1436625"/>
            <a:ext cx="2873500" cy="28323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922650" y="4197575"/>
            <a:ext cx="28398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Répartition en activité et en nombre des entreprises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Discussion fonctionnalités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IA LLM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Prompt en langage naturel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Recherche de sites internet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Discussion fonctionnalités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Mise à jour régulière de la base de données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IA pour paramétrer le scraper en fonction des changements de structure du site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 IA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Hugging 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Python Sci kit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Kaggle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Formations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Hugging 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Data bird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