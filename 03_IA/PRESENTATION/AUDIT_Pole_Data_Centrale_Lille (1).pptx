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DATA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Centrale Lille — 8 personnes — 18 mois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41148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240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pour audit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DATA + Fiche TECHNIQUE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337560"/>
            <a:ext cx="73152" cy="8686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lots de travail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337560"/>
            <a:ext cx="2560320" cy="8686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337560"/>
            <a:ext cx="73152" cy="8686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Formations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2560320" cy="8686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337560"/>
            <a:ext cx="73152" cy="8686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364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: Rana &amp; Yessine  |  Superviseur : Louison  |  Mars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 le Pôle Data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reçoit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Scrapping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43000"/>
            <a:ext cx="201168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🧹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50592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nettoie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retire les erreurs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doublons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43000"/>
            <a:ext cx="201168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26864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analyse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8304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trouve des infos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utiles dans les données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03136" y="11430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43000"/>
            <a:ext cx="2011680" cy="10972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📈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03136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présente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94576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fait des graphiques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des dashboards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Notre rôle : exploiter les données reçues du pôle Scrapping et en extraire de la valeur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DATA — Nos 6 blocs de travail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1097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Réception &amp; Intégration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intègre les données du pôle Scrapping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12j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91440" cy="10972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22392" y="1188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WBS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22392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organise le plan de travail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7j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9572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95728"/>
            <a:ext cx="91440" cy="109728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532888"/>
            <a:ext cx="457200" cy="45720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2487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" y="2898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explore et comprend les données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2715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8j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95728"/>
            <a:ext cx="91440" cy="109728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2532888"/>
            <a:ext cx="45720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22392" y="2487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Modèles IA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22392" y="2898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crée des algorithmes prédictifs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2715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9j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9417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94176"/>
            <a:ext cx="91440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" y="3831336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" y="37856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Visualisation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41832" y="41970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crée graphiques &amp; dashboards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94760" y="40142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6j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694176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694176"/>
            <a:ext cx="91440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831336"/>
            <a:ext cx="457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22392" y="37856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Documentation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422392" y="41970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écrit tout pour l'équipe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75320" y="40142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TECHNIQUE — Nos outils &amp; formations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Logiciels &amp; outils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36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4023360" cy="45720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579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Jupyter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&amp; tester le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79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7340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rapports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4023360" cy="45720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Git / GitHub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255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équipe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721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scikit-learn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les modèles 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4023360" cy="45720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242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Streamlit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résultats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Formations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600200"/>
            <a:ext cx="4023360" cy="5943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600200"/>
            <a:ext cx="9144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636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Microsoft PL-300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1929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 — Gratuit en ligne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2860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286000"/>
            <a:ext cx="9144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322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DataCamp Python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Machine Learning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9718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71800"/>
            <a:ext cx="9144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008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OpenClassrooms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3300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Librairies Python — Gratuit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6576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657600"/>
            <a:ext cx="9144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694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 Hugging Face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83480" y="3986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open source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4343400"/>
            <a:ext cx="4023360" cy="6400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43708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Tout est GRATUIT ou Open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achat requis pour le projet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Modèles IA — Ce qu'on réutilise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repart PAS de zéro — on prend du code et des IA déjà prêts, on les adapte aux données reçues du pôle Scrapping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889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Scripts 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64008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automatique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(pandas)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08376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08376"/>
            <a:ext cx="64008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 ligne (ydata-profiling)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85032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85032"/>
            <a:ext cx="64008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(scipy / sklearn)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361688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361688"/>
            <a:ext cx="64008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4407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Kaggle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adaptables à nos données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783080"/>
            <a:ext cx="278892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Modèles IA prêts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331720"/>
            <a:ext cx="64008" cy="5943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texte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 Face — gratuit)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008376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008376"/>
            <a:ext cx="64008" cy="5943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sur tableau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 — 3 lignes)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685032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685032"/>
            <a:ext cx="64008" cy="5943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d'outliers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(sklearn IsolationForest)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4361688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4361688"/>
            <a:ext cx="64008" cy="5943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4" name="Text 32"/>
          <p:cNvSpPr/>
          <p:nvPr/>
        </p:nvSpPr>
        <p:spPr>
          <a:xfrm>
            <a:off x="3364992" y="4407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500 000+ modèles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huggingface.co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783080"/>
            <a:ext cx="2788920" cy="45720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Où on les trouve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2331720"/>
            <a:ext cx="64008" cy="59436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39" name="Text 37"/>
          <p:cNvSpPr/>
          <p:nvPr/>
        </p:nvSpPr>
        <p:spPr>
          <a:xfrm>
            <a:off x="6336792" y="2377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source, gratuit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008376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008376"/>
            <a:ext cx="64008" cy="59436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3054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notebooks à télécharger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3685032"/>
            <a:ext cx="2788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3685032"/>
            <a:ext cx="64008" cy="59436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3730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modèles IA prêts à l'emploi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4361688"/>
            <a:ext cx="2788920" cy="594360"/>
          </a:xfrm>
          <a:prstGeom prst="rect">
            <a:avLst/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4361688"/>
            <a:ext cx="64008" cy="594360"/>
          </a:xfrm>
          <a:prstGeom prst="rect">
            <a:avLst/>
          </a:prstGeom>
          <a:solidFill>
            <a:srgbClr val="1A7F5A"/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4407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exemples complets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CR — Ce qu'on a trouvé / ce qui manque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228600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Bien couvert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24128"/>
            <a:ext cx="22860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Partiel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24128"/>
            <a:ext cx="228600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Manquant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2788920" cy="1005840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08760"/>
            <a:ext cx="91440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 / pandas / EDA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 scripts et tutos disponibles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2788920" cy="100584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508760"/>
            <a:ext cx="9144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Power BI / DAX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exemples spécifiques au projet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508760"/>
            <a:ext cx="2788920" cy="100584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508760"/>
            <a:ext cx="91440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Deep Learning (GPU requis)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82512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confirmer avec Louison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679192"/>
            <a:ext cx="2788920" cy="1005840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79192"/>
            <a:ext cx="91440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Machine Learning (sklearn/XGBoost)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" y="3182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abondantes et gratuites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679192"/>
            <a:ext cx="2788920" cy="100584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679192"/>
            <a:ext cx="9144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NLP / Traitement de texte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182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15h+ d'apprentissage nécessaire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2679192"/>
            <a:ext cx="2788920" cy="1005840"/>
          </a:xfrm>
          <a:prstGeom prst="rect">
            <a:avLst/>
          </a:prstGeom>
          <a:solidFill>
            <a:srgbClr val="FDEDE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679192"/>
            <a:ext cx="91440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2724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Dictionnaire données collaboratif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2512" y="3182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chercher en Semaine 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849624"/>
            <a:ext cx="2788920" cy="1005840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49624"/>
            <a:ext cx="91440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 &amp; versionnage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8912" y="43525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excellente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46120" y="3849624"/>
            <a:ext cx="2788920" cy="100584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849624"/>
            <a:ext cx="9144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3410712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Tests statistiques avancés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10712" y="43525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guides en français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3849624"/>
            <a:ext cx="2788920" cy="1005840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3849624"/>
            <a:ext cx="9144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6382512" y="3895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Sphinx / Documentation code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82512" y="43525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d'exemples complets en français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immédiates — Ce qu'on fait maintenant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14300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91440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188720"/>
            <a:ext cx="438912" cy="4389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Déposer les livrables sur le Drive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093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DATA + Fiche TECHNIQUE dans le dossier Ressources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170432"/>
            <a:ext cx="6858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160520" cy="114300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78992"/>
            <a:ext cx="91440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Shape 12"/>
          <p:cNvSpPr/>
          <p:nvPr/>
        </p:nvSpPr>
        <p:spPr>
          <a:xfrm>
            <a:off x="4873752" y="1188720"/>
            <a:ext cx="438912" cy="4389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Installer Power BI Desktop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6093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Commencer la formation Microsoft PL-300 (gratuit)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1170432"/>
            <a:ext cx="6858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404872"/>
            <a:ext cx="4160520" cy="1143000"/>
          </a:xfrm>
          <a:prstGeom prst="rect">
            <a:avLst/>
          </a:prstGeom>
          <a:solidFill>
            <a:srgbClr val="EAF4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04872"/>
            <a:ext cx="91440" cy="11430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2514600"/>
            <a:ext cx="438912" cy="4389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496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Installer le stack Python complet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9352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sklearn, MLflow, Streamlit... (1 commande pip)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496312"/>
            <a:ext cx="685800" cy="274320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40487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404872"/>
            <a:ext cx="91440" cy="1143000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873752" y="2514600"/>
            <a:ext cx="438912" cy="438912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2496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Créer le dépôt GitHub du pôle Data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29352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dossiers conforme au WBS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3075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30752"/>
            <a:ext cx="91440" cy="1143000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3840480"/>
            <a:ext cx="438912" cy="438912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3822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Confirmer le périmètre avec Louison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42611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requis ? AutoML dans le scope 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73075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730752"/>
            <a:ext cx="91440" cy="1143000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40" name="Shape 38"/>
          <p:cNvSpPr/>
          <p:nvPr/>
        </p:nvSpPr>
        <p:spPr>
          <a:xfrm>
            <a:off x="4873752" y="3840480"/>
            <a:ext cx="438912" cy="438912"/>
          </a:xfrm>
          <a:prstGeom prst="rect">
            <a:avLst/>
          </a:prstGeom>
          <a:solidFill>
            <a:srgbClr val="8DA9C4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38221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Semaine 2 : chercher outil dictionnaire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2611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 de données collaboratif pour toute l'équipe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47472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07008"/>
            <a:ext cx="804672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On reçoit les données du pôle Scrapping — on ne collecte pas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01368"/>
            <a:ext cx="8046720" cy="502920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6 blocs de travail définis dans le WBS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804672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231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Stack Python complet identifié — tout gratuit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990088"/>
            <a:ext cx="8046720" cy="502920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Formation Microsoft PL-300 = notre priorité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584448"/>
            <a:ext cx="804672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plupart des domaines sont bien couverts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178808"/>
            <a:ext cx="8046720" cy="502920"/>
          </a:xfrm>
          <a:prstGeom prst="rect">
            <a:avLst/>
          </a:prstGeom>
          <a:solidFill>
            <a:srgbClr val="16243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2 points à confirmer avec Louison (Deep Learning, dictionnaire données)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Rana &amp; Yessine — Pôle Data — Centrale Lille — Mars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Pole Data — Centrale Lille</dc:title>
  <dc:subject>PptxGenJS Presentation</dc:subject>
  <dc:creator>Rana &amp; Yessine</dc:creator>
  <cp:lastModifiedBy>Rana &amp; Yessine</cp:lastModifiedBy>
  <cp:revision>1</cp:revision>
  <dcterms:created xsi:type="dcterms:W3CDTF">2026-03-18T11:45:57Z</dcterms:created>
  <dcterms:modified xsi:type="dcterms:W3CDTF">2026-03-18T11:45:57Z</dcterms:modified>
</cp:coreProperties>
</file>